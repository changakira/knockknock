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BD0B0-018E-4B45-68BB-54795DC243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561470-9A93-3528-AA42-9AFCB886C5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6A7AA-B570-48E1-4A32-597F7FB7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701DBD-F94C-A1E8-C68B-6508EBA39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CCDD3-6A67-BC2A-AC2D-537D0C5B1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05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EF077-BBCB-750A-1DFD-593EBA453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ECE49-137C-7762-4318-0248DB75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701410-CCE8-E0EB-E798-4AD15F2B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CB0229-5E26-7167-F788-AFF4A6F7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025C5-E589-4C0E-77FE-903E7A3D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66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C7F5C-6DF8-82A1-728E-C9BEAD06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E15EEB-1AF2-C823-3A2A-164F386F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A598D-89E9-1EFB-07DD-3B833B62E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C3D27A-9AE7-657F-A15E-72FA7AA45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92551-037A-A3CE-CD4E-1B79B913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355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343B3-C5D7-8E59-4A76-B7D9CD601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C7B773-ABBB-EE89-7B81-D99483129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52B8C1-5428-5ECC-0452-1A54D097F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D05C9D-D608-94B7-0BD1-B86BD107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BD83A0-5A19-05B8-77FB-48B6C662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450C5E-4D5E-DAD5-BDB3-3B8ACF94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72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A0D6C-3275-DB24-FF9D-C2529874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0AEBEC-711C-B3F8-3CFB-C8FB05BB3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172E6C-671F-A222-54F7-581BDD8D6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C18F13-0AF9-505F-F354-8EB83D16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AE9697F-CC6B-938F-140C-43127F7BD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5CF040-D9B6-909D-1B33-A1124074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8CC8697-7C26-1DD5-2BBA-D77502D2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33B093-344D-E936-16C7-66B847B1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1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78E31-6D71-69FA-03B6-FACBA1B6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0FF104F-FE0B-6F36-E18D-FCA0D90F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0476-B84A-9E5F-873B-27F6CE836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211D58-AB97-203B-F980-5375ABEA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00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5B8C2D-1822-EC6C-3174-9CFB1EFC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D9EA6B-BCAE-703E-069A-FE312CFF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00BB44-78E9-B709-4DEA-49C5E81E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10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65AED-C8CF-8000-7143-99F51CBD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6110A3-13F8-DE82-7F15-A9D493E58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5D8A0A-154D-0644-68C5-A57232260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F162F3-E901-D03C-D043-3AA051994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5CB2E-7041-BEF8-CD6B-CAD3C9B25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23E183-5408-C6FA-0266-3CCFE710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350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5F67DC-1373-10C5-0C48-845CE4765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B45A66-7F0B-C2F9-A8DE-1F7803AF4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D21A84-D792-866E-D6E6-F4343201D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D538D2-CDD2-0476-97F8-BDFEA485F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391A97-785E-B80A-0528-ADFAC3C4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91EDCF-A30B-FC20-7898-4BD7E366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75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790AD-91EF-E368-7DAE-9D14EAA9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AF6307-506D-A15B-FDA0-14E9AF566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8E17F1-5686-3F55-C8A2-625865B3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9F8E42-3741-977B-79DE-EA203E6D5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C9C9CD-659C-E7CE-CD90-D7B281F5E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88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789643D-F29A-8219-66A2-8B52B4E8BB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DAEB5B-680A-BF65-C22D-05DE3C19A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F2F6A-35DE-5FF4-2EE9-56B358AA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7FEEC-4AF2-FA01-599F-8919A785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D12FF-291A-643D-4AE6-769E511E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4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D7B7A1-EDDB-A546-E813-EDF19579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75E1A7-DD9A-594E-B9BA-C9F6DFEA6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34BCD2-B85A-E5FF-DE84-65291DA08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74F186-932E-497A-A23E-564CECFDFB8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B34CE6-4027-1B2F-147E-8C092F509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99A5BF-9F87-A0B1-4F57-6AC33B7AF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0BF93-FC58-4B84-AB67-4FA6901E2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9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65BDE-2A9C-1D5D-D1EB-7EDADAE95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ED70A2-A3D6-8D49-2B71-D8FA13C8F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515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977AF-724C-3873-0BB7-42D952954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FA785-14F4-3AD0-5745-B77FC2A757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96090D-9826-0406-A1A7-D3B9B12EB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789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082C1-FC28-153C-58E2-0E01EFD4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A92D9-7466-EBA0-B936-D044EDE6A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8D9F89-3AB6-CF2E-ABE7-164470131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152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5B86-D65A-A7B4-4112-05CC87F3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25F475-E57C-4E48-CCE1-B459186BFA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161C5E-E63F-F819-297B-AE9B51F7AC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7687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</Words>
  <Application>Microsoft Office PowerPoint</Application>
  <PresentationFormat>宽屏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一涵 张</dc:creator>
  <cp:lastModifiedBy>一涵 张</cp:lastModifiedBy>
  <cp:revision>1</cp:revision>
  <dcterms:created xsi:type="dcterms:W3CDTF">2026-05-01T02:52:01Z</dcterms:created>
  <dcterms:modified xsi:type="dcterms:W3CDTF">2026-05-01T03:17:17Z</dcterms:modified>
</cp:coreProperties>
</file>